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333500"/>
            <a:ext cx="10566400" cy="471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333500"/>
            <a:ext cx="10566400" cy="471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124920"/>
            <a:ext cx="549402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OS &amp; System Programming Hackathon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533790"/>
            <a:ext cx="549402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i="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 Command Pipeline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311790"/>
            <a:ext cx="54940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C-Based Linux Application for Multi-Process Command Execution and Inter-Process Communication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3988065"/>
            <a:ext cx="5327650" cy="1183393"/>
          </a:xfrm>
          <a:prstGeom prst="roundRect">
            <a:avLst>
              <a:gd name="adj" fmla="val 8317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0844" y="4142934"/>
            <a:ext cx="5168448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Sindhuja</a:t>
            </a: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4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2520080045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0844" y="4455319"/>
            <a:ext cx="5168448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Jhanasri Thota</a:t>
            </a: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4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2520090121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0844" y="4767704"/>
            <a:ext cx="5168448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Alekhya</a:t>
            </a: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4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2520090126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9150" y="5358783"/>
            <a:ext cx="363008" cy="367947"/>
          </a:xfrm>
          <a:prstGeom prst="roundRect">
            <a:avLst>
              <a:gd name="adj" fmla="val 19242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3758" y="5358783"/>
            <a:ext cx="759266" cy="367947"/>
          </a:xfrm>
          <a:prstGeom prst="roundRect">
            <a:avLst>
              <a:gd name="adj" fmla="val 18984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Linux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4624" y="5358783"/>
            <a:ext cx="561181" cy="367947"/>
          </a:xfrm>
          <a:prstGeom prst="roundRect">
            <a:avLst>
              <a:gd name="adj" fmla="val 18984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GCC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07406" y="5358783"/>
            <a:ext cx="1056569" cy="367947"/>
          </a:xfrm>
          <a:prstGeom prst="roundRect">
            <a:avLst>
              <a:gd name="adj" fmla="val 18984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GNU Make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65575" y="5358783"/>
            <a:ext cx="858397" cy="367947"/>
          </a:xfrm>
          <a:prstGeom prst="roundRect">
            <a:avLst>
              <a:gd name="adj" fmla="val 18984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GitHub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59550" y="1212409"/>
            <a:ext cx="4813300" cy="4433094"/>
          </a:xfrm>
          <a:prstGeom prst="roundRect">
            <a:avLst>
              <a:gd name="adj" fmla="val 2149"/>
            </a:avLst>
          </a:prstGeom>
          <a:solidFill>
            <a:srgbClr val="EAF3F8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2289" y="1395148"/>
            <a:ext cx="458125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user@ubuntu:~/pipeline$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42289" y="1735490"/>
            <a:ext cx="4581257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cat log | grep ERROR | sort | uniq -c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48639" y="2117725"/>
            <a:ext cx="4435122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48911" tIns="86081" rIns="48912" bIns="6068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P1: cat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572" y="2644422"/>
            <a:ext cx="45812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↓ pipe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48639" y="3082572"/>
            <a:ext cx="4435122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48911" tIns="86081" rIns="48912" bIns="6068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P2: grep ERROR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572" y="3609270"/>
            <a:ext cx="45812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↓ pipe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48639" y="4047420"/>
            <a:ext cx="4435122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48911" tIns="86081" rIns="48912" bIns="6068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P3: sort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572" y="4574117"/>
            <a:ext cx="45812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↓ pipe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48639" y="5012267"/>
            <a:ext cx="4435122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48911" tIns="86081" rIns="48912" bIns="6068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P4: uniq -c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</a:t>
            </a:r>
            <a:r>
              <a:rPr lang="en-US" sz="3000" b="1" i="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231900"/>
            <a:ext cx="5310886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often need the output of one Linux command to become the input of the next.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5975" y="1798814"/>
            <a:ext cx="5149850" cy="558624"/>
          </a:xfrm>
          <a:prstGeom prst="roundRect">
            <a:avLst>
              <a:gd name="adj" fmla="val 17619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  <p:txBody>
          <a:bodyPr wrap="square" lIns="126042" tIns="126042" rIns="0" bIns="1006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multiple commands as one connected workflow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5975" y="2465388"/>
            <a:ext cx="5149850" cy="558624"/>
          </a:xfrm>
          <a:prstGeom prst="roundRect">
            <a:avLst>
              <a:gd name="adj" fmla="val 17619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  <p:txBody>
          <a:bodyPr wrap="square" lIns="126042" tIns="126042" rIns="0" bIns="1006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communication between processes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5975" y="3131962"/>
            <a:ext cx="5149850" cy="558624"/>
          </a:xfrm>
          <a:prstGeom prst="roundRect">
            <a:avLst>
              <a:gd name="adj" fmla="val 17619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  <p:txBody>
          <a:bodyPr wrap="square" lIns="126042" tIns="126042" rIns="0" bIns="1006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Redirecting input and output correctly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5975" y="3798535"/>
            <a:ext cx="5149850" cy="558624"/>
          </a:xfrm>
          <a:prstGeom prst="roundRect">
            <a:avLst>
              <a:gd name="adj" fmla="val 17619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  <p:txBody>
          <a:bodyPr wrap="square" lIns="126042" tIns="126042" rIns="0" bIns="1006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Synchronizing children and collecting exit statuses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26175" y="1235075"/>
            <a:ext cx="5149850" cy="997656"/>
          </a:xfrm>
          <a:prstGeom prst="roundRect">
            <a:avLst>
              <a:gd name="adj" fmla="val 9866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1045" y="1389945"/>
            <a:ext cx="4985314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commands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87395" y="1627364"/>
            <a:ext cx="1532908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64748B"/>
            </a:solidFill>
            <a:prstDash val="solid"/>
          </a:ln>
        </p:spPr>
        <p:txBody>
          <a:bodyPr wrap="square" lIns="86080" tIns="86081" rIns="86081" bIns="6068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748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34602" y="1627364"/>
            <a:ext cx="1532996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64748B"/>
            </a:solidFill>
            <a:prstDash val="solid"/>
          </a:ln>
        </p:spPr>
        <p:txBody>
          <a:bodyPr wrap="square" lIns="86081" tIns="86081" rIns="86080" bIns="6068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748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81898" y="1627364"/>
            <a:ext cx="1532908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64748B"/>
            </a:solidFill>
            <a:prstDash val="solid"/>
          </a:ln>
        </p:spPr>
        <p:txBody>
          <a:bodyPr wrap="square" lIns="86080" tIns="86081" rIns="86081" bIns="6068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748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sort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26175" y="2366080"/>
            <a:ext cx="5149850" cy="997656"/>
          </a:xfrm>
          <a:prstGeom prst="roundRect">
            <a:avLst>
              <a:gd name="adj" fmla="val 9866"/>
            </a:avLst>
          </a:prstGeom>
          <a:solidFill>
            <a:srgbClr val="FFFFFF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1045" y="2520950"/>
            <a:ext cx="4985314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7395" y="2758370"/>
            <a:ext cx="1329708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86080" tIns="86081" rIns="86081" bIns="6068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99652" y="2802643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36202" y="2758370"/>
            <a:ext cx="1329796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86081" tIns="86081" rIns="86080" bIns="6068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grep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48548" y="2802643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885098" y="2758370"/>
            <a:ext cx="1329708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86080" tIns="86081" rIns="86081" bIns="6068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sort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23000" y="3493912"/>
            <a:ext cx="5156200" cy="965024"/>
          </a:xfrm>
          <a:prstGeom prst="roundRect">
            <a:avLst>
              <a:gd name="adj" fmla="val 10528"/>
            </a:avLst>
          </a:prstGeom>
          <a:solidFill>
            <a:srgbClr val="CFE8F3"/>
          </a:solidFill>
          <a:ln/>
        </p:spPr>
      </p:sp>
      <p:sp>
        <p:nvSpPr>
          <p:cNvPr id="21" name="Text 19"/>
          <p:cNvSpPr/>
          <p:nvPr/>
        </p:nvSpPr>
        <p:spPr>
          <a:xfrm>
            <a:off x="6375400" y="3646312"/>
            <a:ext cx="499694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5400" y="3877380"/>
            <a:ext cx="4996942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 C pipeline executor that creates processes, connects commands using pipes, and reports execution information.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 Command Pipeline System  |  OS &amp; System Programming Hackathon  |  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</a:t>
            </a:r>
            <a:r>
              <a:rPr lang="en-US" sz="3000" b="1" i="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Objectives and Proposed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235075"/>
            <a:ext cx="2540000" cy="1002947"/>
          </a:xfrm>
          <a:prstGeom prst="roundRect">
            <a:avLst>
              <a:gd name="adj" fmla="val 9814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0844" y="1389945"/>
            <a:ext cx="2297169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70844" y="1621014"/>
            <a:ext cx="2297169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multiple commands together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89325" y="1235075"/>
            <a:ext cx="2540000" cy="1002947"/>
          </a:xfrm>
          <a:prstGeom prst="roundRect">
            <a:avLst>
              <a:gd name="adj" fmla="val 9814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44195" y="1389945"/>
            <a:ext cx="229716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fork()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44195" y="1656645"/>
            <a:ext cx="2297169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child processes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62675" y="1235075"/>
            <a:ext cx="2540000" cy="1002947"/>
          </a:xfrm>
          <a:prstGeom prst="roundRect">
            <a:avLst>
              <a:gd name="adj" fmla="val 9814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17545" y="1389945"/>
            <a:ext cx="229716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pipe()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17545" y="1656645"/>
            <a:ext cx="2297169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processes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36025" y="1235075"/>
            <a:ext cx="2540000" cy="1002947"/>
          </a:xfrm>
          <a:prstGeom prst="roundRect">
            <a:avLst>
              <a:gd name="adj" fmla="val 9814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90895" y="1389945"/>
            <a:ext cx="229716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dup2()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90895" y="1656645"/>
            <a:ext cx="2297169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stdin and stdout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975" y="2371373"/>
            <a:ext cx="2540000" cy="807508"/>
          </a:xfrm>
          <a:prstGeom prst="roundRect">
            <a:avLst>
              <a:gd name="adj" fmla="val 12189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0844" y="2526241"/>
            <a:ext cx="229716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execvp()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70844" y="2792941"/>
            <a:ext cx="2297169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each command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89325" y="2371373"/>
            <a:ext cx="2540000" cy="807508"/>
          </a:xfrm>
          <a:prstGeom prst="roundRect">
            <a:avLst>
              <a:gd name="adj" fmla="val 12189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44195" y="2526241"/>
            <a:ext cx="229716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waitpid()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44195" y="2792941"/>
            <a:ext cx="2297169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process statuses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62675" y="2371373"/>
            <a:ext cx="5213350" cy="807508"/>
          </a:xfrm>
          <a:prstGeom prst="roundRect">
            <a:avLst>
              <a:gd name="adj" fmla="val 12189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7545" y="2526241"/>
            <a:ext cx="5050719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17545" y="2757311"/>
            <a:ext cx="5050719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IDs, exit statuses, elapsed time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9150" y="3391605"/>
            <a:ext cx="1178454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User input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54149" y="342697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564606" y="3391605"/>
            <a:ext cx="721166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Parse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42317" y="342697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52775" y="3391605"/>
            <a:ext cx="1269912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pipe + fork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79231" y="342697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689688" y="3391605"/>
            <a:ext cx="629708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dup2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75942" y="342697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86399" y="3391605"/>
            <a:ext cx="812624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1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execvp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55568" y="342697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266024" y="3391605"/>
            <a:ext cx="904081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1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waitpid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326651" y="342697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737108" y="3391605"/>
            <a:ext cx="1635742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1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Output + report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 Command Pipeline System  |  OS &amp; System Programming Hackathon  |  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</a:t>
            </a:r>
            <a:r>
              <a:rPr lang="en-US" sz="3000" b="1" i="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9150" y="1294078"/>
            <a:ext cx="1775442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86081" tIns="86081" rIns="86080" bIns="6068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User Command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77142" y="1329531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013692" y="1294078"/>
            <a:ext cx="1775531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86080" tIns="86081" rIns="86081" bIns="6068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Command Parser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71773" y="1329531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208323" y="1187450"/>
            <a:ext cx="1775442" cy="639763"/>
          </a:xfrm>
          <a:prstGeom prst="roundRect">
            <a:avLst>
              <a:gd name="adj" fmla="val 10918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86081" tIns="86081" rIns="86080" bIns="6068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Stage Identification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66315" y="1329531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02865" y="1294078"/>
            <a:ext cx="1775442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86081" tIns="86081" rIns="86080" bIns="6068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Pipe Creation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260858" y="1329531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97408" y="1294078"/>
            <a:ext cx="1775442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86080" tIns="86081" rIns="86081" bIns="6068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fork() per stage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198596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9150" y="2464682"/>
            <a:ext cx="2324100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80577" tIns="86081" rIns="80577" bIns="6068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dup2() redirection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25800" y="2500047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2350" y="2464682"/>
            <a:ext cx="2324100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80577" tIns="86081" rIns="80577" bIns="6068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execvp() execution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69000" y="2500047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5550" y="2464682"/>
            <a:ext cx="2324100" cy="426420"/>
          </a:xfrm>
          <a:prstGeom prst="roundRect">
            <a:avLst>
              <a:gd name="adj" fmla="val 16381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80577" tIns="86081" rIns="80577" bIns="6068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waitpid() sync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12200" y="2500047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8750" y="2464682"/>
            <a:ext cx="2324100" cy="426420"/>
          </a:xfrm>
          <a:prstGeom prst="roundRect">
            <a:avLst>
              <a:gd name="adj" fmla="val 16381"/>
            </a:avLst>
          </a:prstGeom>
          <a:solidFill>
            <a:srgbClr val="CFE8F3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80578" tIns="86081" rIns="80577" bIns="6068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Execution Report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9150" y="3056203"/>
            <a:ext cx="10553700" cy="822325"/>
          </a:xfrm>
          <a:prstGeom prst="roundRect">
            <a:avLst>
              <a:gd name="adj" fmla="val 11583"/>
            </a:avLst>
          </a:prstGeom>
          <a:solidFill>
            <a:srgbClr val="EAF3F8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3877" y="3245292"/>
            <a:ext cx="1155612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Process 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42039" y="3351830"/>
            <a:ext cx="769761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—pipe—&gt;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18150" y="3245292"/>
            <a:ext cx="1155612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Process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56312" y="3351830"/>
            <a:ext cx="76976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—pipe—&gt;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32423" y="3245292"/>
            <a:ext cx="1155612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1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Process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2800" y="403727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commands use N child processes and N-1 pipes. Each pipe links the stdout of one process to the stdin of the next.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 Command Pipeline System  |  OS &amp; System Programming Hackathon  |  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</a:t>
            </a:r>
            <a:r>
              <a:rPr lang="en-US" sz="3000" b="1" i="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Technologies and OS Concepts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235075"/>
            <a:ext cx="5149850" cy="558624"/>
          </a:xfrm>
          <a:prstGeom prst="roundRect">
            <a:avLst>
              <a:gd name="adj" fmla="val 17619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0844" y="1389946"/>
            <a:ext cx="132080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67844" y="1389946"/>
            <a:ext cx="3127693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pipeline execution logic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5975" y="1888948"/>
            <a:ext cx="5149850" cy="558624"/>
          </a:xfrm>
          <a:prstGeom prst="roundRect">
            <a:avLst>
              <a:gd name="adj" fmla="val 17619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0844" y="2043819"/>
            <a:ext cx="132080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Linux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67844" y="2043819"/>
            <a:ext cx="3248766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process and pipe interfaces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2542822"/>
            <a:ext cx="5149850" cy="558624"/>
          </a:xfrm>
          <a:prstGeom prst="roundRect">
            <a:avLst>
              <a:gd name="adj" fmla="val 17619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0844" y="2697693"/>
            <a:ext cx="132080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67844" y="2697693"/>
            <a:ext cx="2488777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 the C source 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3196695"/>
            <a:ext cx="5149850" cy="558624"/>
          </a:xfrm>
          <a:prstGeom prst="roundRect">
            <a:avLst>
              <a:gd name="adj" fmla="val 17619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0844" y="3351566"/>
            <a:ext cx="132080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 Make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67844" y="3351566"/>
            <a:ext cx="200427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compilation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975" y="3850571"/>
            <a:ext cx="5149850" cy="558624"/>
          </a:xfrm>
          <a:prstGeom prst="roundRect">
            <a:avLst>
              <a:gd name="adj" fmla="val 17619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0844" y="4005439"/>
            <a:ext cx="132080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GitHub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67844" y="4005439"/>
            <a:ext cx="3039745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and project hosting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29350" y="1238250"/>
            <a:ext cx="5143500" cy="3167768"/>
          </a:xfrm>
          <a:prstGeom prst="roundRect">
            <a:avLst>
              <a:gd name="adj" fmla="val 3007"/>
            </a:avLst>
          </a:prstGeom>
          <a:solidFill>
            <a:srgbClr val="EAF3F8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2089" y="1821480"/>
            <a:ext cx="4921363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fork()</a:t>
            </a:r>
            <a:r>
              <a:rPr lang="en-US" sz="14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→ creates a child process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2089" y="2197364"/>
            <a:ext cx="4921363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pipe()</a:t>
            </a:r>
            <a:r>
              <a:rPr lang="en-US" sz="14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→ creates a communication channel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12089" y="2573251"/>
            <a:ext cx="4921363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dup2()</a:t>
            </a:r>
            <a:r>
              <a:rPr lang="en-US" sz="14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→ redirects file descriptors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12089" y="2949135"/>
            <a:ext cx="4921363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execvp()</a:t>
            </a:r>
            <a:r>
              <a:rPr lang="en-US" sz="14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→ executes a command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2089" y="3325019"/>
            <a:ext cx="4921363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waitpid()</a:t>
            </a:r>
            <a:r>
              <a:rPr lang="en-US" sz="14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→ waits for child termination and retrieves its status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 Command Pipeline System  |  OS &amp; System Programming Hackathon  |  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</a:t>
            </a:r>
            <a:r>
              <a:rPr lang="en-US" sz="3000" b="1" i="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Implementation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57691" y="1231900"/>
            <a:ext cx="5206813" cy="3344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709" indent="-183709">
              <a:lnSpc>
                <a:spcPts val="1885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pipeline entered by the user</a:t>
            </a:r>
            <a:endParaRPr lang="en-US" sz="1300" dirty="0"/>
          </a:p>
          <a:p>
            <a:pPr algn="l" marL="183709" indent="-183709">
              <a:lnSpc>
                <a:spcPts val="1885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commands and arguments</a:t>
            </a:r>
            <a:endParaRPr lang="en-US" sz="1300" dirty="0"/>
          </a:p>
          <a:p>
            <a:pPr algn="l" marL="183709" indent="-183709">
              <a:lnSpc>
                <a:spcPts val="1885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pipes between adjacent commands</a:t>
            </a:r>
            <a:endParaRPr lang="en-US" sz="1300" dirty="0"/>
          </a:p>
          <a:p>
            <a:pPr algn="l" marL="183709" indent="-183709">
              <a:lnSpc>
                <a:spcPts val="1885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required child processes</a:t>
            </a:r>
            <a:endParaRPr lang="en-US" sz="1300" dirty="0"/>
          </a:p>
          <a:p>
            <a:pPr algn="l" marL="183709" indent="-183709">
              <a:lnSpc>
                <a:spcPts val="1885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stdin/stdout to pipe descriptors</a:t>
            </a:r>
            <a:endParaRPr lang="en-US" sz="1300" dirty="0"/>
          </a:p>
          <a:p>
            <a:pPr algn="l" marL="183709" indent="-183709">
              <a:lnSpc>
                <a:spcPts val="1885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commands in child processes</a:t>
            </a:r>
            <a:endParaRPr lang="en-US" sz="1300" dirty="0"/>
          </a:p>
          <a:p>
            <a:pPr algn="l" marL="183709" indent="-183709">
              <a:lnSpc>
                <a:spcPts val="1885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unused pipe descriptors</a:t>
            </a:r>
            <a:endParaRPr lang="en-US" sz="1300" dirty="0"/>
          </a:p>
          <a:p>
            <a:pPr algn="l" marL="183709" indent="-183709">
              <a:lnSpc>
                <a:spcPts val="1885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processes and collect statuses</a:t>
            </a:r>
            <a:endParaRPr lang="en-US" sz="1300" dirty="0"/>
          </a:p>
          <a:p>
            <a:pPr algn="l" marL="183709" indent="-183709">
              <a:lnSpc>
                <a:spcPts val="1885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execution information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78550" y="1238250"/>
            <a:ext cx="5194300" cy="2790472"/>
          </a:xfrm>
          <a:prstGeom prst="roundRect">
            <a:avLst>
              <a:gd name="adj" fmla="val 3413"/>
            </a:avLst>
          </a:prstGeom>
          <a:solidFill>
            <a:srgbClr val="EAF3F8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61289" y="1420989"/>
            <a:ext cx="497368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748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child process (one pipeline stage)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61289" y="1664757"/>
            <a:ext cx="497368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pipe(fd);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61289" y="2152297"/>
            <a:ext cx="497368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pid_t pid = fork();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61289" y="2396068"/>
            <a:ext cx="497368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(pid == 0) {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64489" y="2639836"/>
            <a:ext cx="4764391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dup2(fd[1], </a:t>
            </a:r>
            <a:r>
              <a:rPr lang="en-US" sz="13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STDOUT_FILENO</a:t>
            </a: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64489" y="2883607"/>
            <a:ext cx="4764391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close(fd[0]);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64489" y="3127375"/>
            <a:ext cx="4764391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close(fd[1]);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64489" y="3371146"/>
            <a:ext cx="4764391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execvp</a:t>
            </a: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(args[0], args);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61289" y="3614914"/>
            <a:ext cx="497368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4123972"/>
            <a:ext cx="5363210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 of pipe-connected process execution, not the complete implementation.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 Command Pipeline System  |  OS &amp; System Programming Hackathon  |  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</a:t>
            </a:r>
            <a:r>
              <a:rPr lang="en-US" sz="3000" b="1" i="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Working Demonstration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9150" y="1238250"/>
            <a:ext cx="6464300" cy="2442633"/>
          </a:xfrm>
          <a:prstGeom prst="roundRect">
            <a:avLst>
              <a:gd name="adj" fmla="val 3899"/>
            </a:avLst>
          </a:prstGeom>
          <a:solidFill>
            <a:srgbClr val="EAF3F8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1889" y="1420989"/>
            <a:ext cx="628178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748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user@ubuntu:~/pipeline$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1889" y="1753657"/>
            <a:ext cx="628178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cat data/sample.log | grep ERROR | sort | uniq -c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1889" y="2086328"/>
            <a:ext cx="628178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 ERROR Database connection failed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1889" y="2418997"/>
            <a:ext cx="628178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 ERROR Network timeout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1889" y="2751668"/>
            <a:ext cx="628178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expected output; replace with a real screenshot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1889" y="3066610"/>
            <a:ext cx="628178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[report: PIDs, exit statuses, elapsed time — paste real run]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46975" y="1235075"/>
            <a:ext cx="3829050" cy="540808"/>
          </a:xfrm>
          <a:prstGeom prst="roundRect">
            <a:avLst>
              <a:gd name="adj" fmla="val 18200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  <p:txBody>
          <a:bodyPr wrap="square" lIns="126042" tIns="126042" rIns="20462" bIns="10064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reads the sample log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46975" y="1871132"/>
            <a:ext cx="3829050" cy="540808"/>
          </a:xfrm>
          <a:prstGeom prst="roundRect">
            <a:avLst>
              <a:gd name="adj" fmla="val 18200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  <p:txBody>
          <a:bodyPr wrap="square" lIns="126042" tIns="126042" rIns="20462" bIns="10064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grep ERROR</a:t>
            </a: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keeps lines containing ERROR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46975" y="2507193"/>
            <a:ext cx="3829050" cy="540808"/>
          </a:xfrm>
          <a:prstGeom prst="roundRect">
            <a:avLst>
              <a:gd name="adj" fmla="val 18200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  <p:txBody>
          <a:bodyPr wrap="square" lIns="126042" tIns="126042" rIns="20462" bIns="10064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arranges the matching lines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46975" y="3143250"/>
            <a:ext cx="3829050" cy="540808"/>
          </a:xfrm>
          <a:prstGeom prst="roundRect">
            <a:avLst>
              <a:gd name="adj" fmla="val 18200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  <p:txBody>
          <a:bodyPr wrap="square" lIns="126042" tIns="126042" rIns="20462" bIns="10064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 -c</a:t>
            </a: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counts consecutive identical lines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3890432"/>
            <a:ext cx="11379200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creates the four processes, connects their stdin/stdout through pipes, and reports process IDs, exit statuses and elapsed time.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 Command Pipeline System  |  OS &amp; System Programming Hackathon  |  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</a:t>
            </a:r>
            <a:r>
              <a:rPr lang="en-US" sz="3000" b="1" i="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Testing and Validation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192389"/>
          <a:ext cx="10555111" cy="1987021"/>
        </p:xfrm>
        <a:graphic>
          <a:graphicData uri="http://schemas.openxmlformats.org/drawingml/2006/table">
            <a:tbl>
              <a:tblPr/>
              <a:tblGrid>
                <a:gridCol w="3518370"/>
                <a:gridCol w="3518370"/>
                <a:gridCol w="3518370"/>
              </a:tblGrid>
              <a:tr h="33117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E8"/>
                    </a:solidFill>
                  </a:tcPr>
                </a:tc>
              </a:tr>
              <a:tr h="33117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execution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printf "hello\n"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Displays hello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17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printf "c\na\nb\n" | sort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Displays sorted lines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17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 counting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printf "hello world\n" | wc -w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Displays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17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 data/sample.log | grep ERROR | sort | uniq -c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Counts matching error entries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17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Invalid command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unknowncommand | wc -l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3A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Reports command failure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5975" y="3334984"/>
            <a:ext cx="5200650" cy="75415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  <p:txBody>
          <a:bodyPr wrap="square" lIns="126042" tIns="126042" rIns="0" bIns="126042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verify command execution, multi-stage communication, output correctness and error handling.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175375" y="3334984"/>
            <a:ext cx="5200650" cy="75415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30245" y="3489855"/>
            <a:ext cx="503763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 results (edit after running)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30245" y="3703197"/>
            <a:ext cx="5037638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Passed: [__]   Failed: [__]   Total: [__]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 Command Pipeline System  |  OS &amp; System Programming Hackathon  |  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</a:t>
            </a:r>
            <a:r>
              <a:rPr lang="en-US" sz="3000" b="1" i="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Results, Limitations and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235075"/>
            <a:ext cx="3414183" cy="2260247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0844" y="1389943"/>
            <a:ext cx="3197578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6150" y="1633717"/>
            <a:ext cx="3156938" cy="1305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 command execution</a:t>
            </a:r>
            <a:endParaRPr lang="en-US" sz="1200" dirty="0"/>
          </a:p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Inter-process communication through pipes</a:t>
            </a:r>
            <a:endParaRPr lang="en-US" sz="1200" dirty="0"/>
          </a:p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Input/output redirection</a:t>
            </a:r>
            <a:endParaRPr lang="en-US" sz="1200" dirty="0"/>
          </a:p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process execution information</a:t>
            </a:r>
            <a:endParaRPr lang="en-US" sz="1200" dirty="0"/>
          </a:p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learning Linux process management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8908" y="1235075"/>
            <a:ext cx="3414183" cy="2260247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6350">
            <a:solidFill>
              <a:srgbClr val="3F6F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3778" y="1389943"/>
            <a:ext cx="3197578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9084" y="1633717"/>
            <a:ext cx="3156938" cy="151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 pipeline executor, not a complete shell</a:t>
            </a:r>
            <a:endParaRPr lang="en-US" sz="1200" dirty="0"/>
          </a:p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Quoting and syntax support depend on the parser</a:t>
            </a:r>
            <a:endParaRPr lang="en-US" sz="1200" dirty="0"/>
          </a:p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variables, command substitution and advanced redirection may not be supported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61842" y="1235075"/>
            <a:ext cx="3414183" cy="2260247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6712" y="1389943"/>
            <a:ext cx="3197578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52018" y="1633717"/>
            <a:ext cx="3156938" cy="1732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parser validation and error messages</a:t>
            </a:r>
            <a:endParaRPr lang="en-US" sz="1200" dirty="0"/>
          </a:p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automated test cases</a:t>
            </a:r>
            <a:endParaRPr lang="en-US" sz="1200" dirty="0"/>
          </a:p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statistics and configurable logging</a:t>
            </a:r>
            <a:endParaRPr lang="en-US" sz="1200" dirty="0"/>
          </a:p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command syntax</a:t>
            </a:r>
            <a:endParaRPr lang="en-US" sz="1200" dirty="0"/>
          </a:p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resource management and error handling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 Command Pipeline System  |  OS &amp; System Programming Hackathon  |  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</a:t>
            </a:r>
            <a:r>
              <a:rPr lang="en-US" sz="3000" b="1" i="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Conclusion and Team Contributions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181100"/>
            <a:ext cx="10883392" cy="471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demonstrates fundamental operating-system concepts through a practical C application: process creation, inter-process communication, I/O redirection, command execution and process synchronization.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5975" y="1782409"/>
            <a:ext cx="3431117" cy="1198651"/>
          </a:xfrm>
          <a:prstGeom prst="roundRect">
            <a:avLst>
              <a:gd name="adj" fmla="val 8211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0844" y="1937277"/>
            <a:ext cx="3215019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Sindhuja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0844" y="2186167"/>
            <a:ext cx="3215019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2520080045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0844" y="2399506"/>
            <a:ext cx="3215019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and process-management concepts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0442" y="1782409"/>
            <a:ext cx="3431117" cy="1198651"/>
          </a:xfrm>
          <a:prstGeom prst="roundRect">
            <a:avLst>
              <a:gd name="adj" fmla="val 8211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311" y="1937277"/>
            <a:ext cx="3215019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Jhanasri Thota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35311" y="2186167"/>
            <a:ext cx="3215019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2520090121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35311" y="2399506"/>
            <a:ext cx="3215019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implementation and pipeline execution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44908" y="1782409"/>
            <a:ext cx="3431117" cy="1198651"/>
          </a:xfrm>
          <a:prstGeom prst="roundRect">
            <a:avLst>
              <a:gd name="adj" fmla="val 8211"/>
            </a:avLst>
          </a:prstGeom>
          <a:solidFill>
            <a:srgbClr val="FFFFFF"/>
          </a:solidFill>
          <a:ln w="6350">
            <a:solidFill>
              <a:srgbClr val="D3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9778" y="1937277"/>
            <a:ext cx="3215019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Alekhya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99778" y="2186167"/>
            <a:ext cx="3215019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E74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2520090126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9778" y="2399506"/>
            <a:ext cx="3215019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documentation and 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3136633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responsibilities; update if actual contributions differ.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9150" y="3600276"/>
            <a:ext cx="462051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63751" y="3644547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00301" y="3600276"/>
            <a:ext cx="462051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44901" y="3644547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81451" y="3600276"/>
            <a:ext cx="462051" cy="444147"/>
          </a:xfrm>
          <a:prstGeom prst="roundRect">
            <a:avLst>
              <a:gd name="adj" fmla="val 15727"/>
            </a:avLst>
          </a:prstGeom>
          <a:solidFill>
            <a:srgbClr val="E4F2F8"/>
          </a:solidFill>
          <a:ln w="12700">
            <a:solidFill>
              <a:srgbClr val="0E749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3A4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25523" y="3502378"/>
            <a:ext cx="2753678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 Command Pipeline System  |  OS &amp; System Programming Hackathon  |  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lti-Process Command Pipeline System">
  <a:themeElements>
    <a:clrScheme name="Multi-Process Command Pipeline System">
      <a:dk1>
        <a:srgbClr val="1E3A4C"/>
      </a:dk1>
      <a:lt1>
        <a:srgbClr val="F4F8FB"/>
      </a:lt1>
      <a:dk2>
        <a:srgbClr val="546A78"/>
      </a:dk2>
      <a:lt2>
        <a:srgbClr val="DFE5EA"/>
      </a:lt2>
      <a:accent1>
        <a:srgbClr val="0E7490"/>
      </a:accent1>
      <a:accent2>
        <a:srgbClr val="5B7486"/>
      </a:accent2>
      <a:accent3>
        <a:srgbClr val="3F6FB5"/>
      </a:accent3>
      <a:accent4>
        <a:srgbClr val="CFE8F3"/>
      </a:accent4>
      <a:accent5>
        <a:srgbClr val="9AA0A6"/>
      </a:accent5>
      <a:accent6>
        <a:srgbClr val="748692"/>
      </a:accent6>
      <a:hlink>
        <a:srgbClr val="0563C1"/>
      </a:hlink>
      <a:folHlink>
        <a:srgbClr val="954F72"/>
      </a:folHlink>
    </a:clrScheme>
    <a:fontScheme name="Multi-Process Command Pipeline Syste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Multi-Process Command Pipeline System</dc:title>
  <dc:subject/>
  <dc:creator/>
  <cp:lastModifiedBy/>
  <cp:revision>1</cp:revision>
  <dcterms:created xsi:type="dcterms:W3CDTF">2026-10-16T09:04:17Z</dcterms:created>
  <dcterms:modified xsi:type="dcterms:W3CDTF">2026-10-16T09:04:17Z</dcterms:modified>
</cp:coreProperties>
</file>